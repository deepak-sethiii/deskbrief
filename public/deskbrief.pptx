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14 Sep 2026 18:07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-5.57%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1,379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-8.17%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-11.69%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-6.70%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-4.88%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-20.7%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-7.33%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3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HDFCBANK.NS at +2.08%.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RELIANCE.NS at -1.30%.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-0.26%.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-37.3%.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29.4%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1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