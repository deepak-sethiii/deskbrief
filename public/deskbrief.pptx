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07 Oct 2026 19:01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1,810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-5.93%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1,218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RELIANCE.NS at +2.66%.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-0.82%.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+0.67%.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-38.7%.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29.2%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