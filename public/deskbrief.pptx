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28 Aug 2026 22:30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1,878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-3.69%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1,443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1,282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-19.1%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1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+0.91%.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-2.23%.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-0.89%.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31.7%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6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