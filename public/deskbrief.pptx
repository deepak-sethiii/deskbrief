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15 Sep 2026 17:10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1,830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-8.12%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-14.3%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1,350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-5.40%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-4.70%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-7.26%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31.9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1,235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-1.77%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-5.67%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-5.70%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-22.1%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3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INFY.NS at +3.79%.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ICICIBANK.NS at -2.10%.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-0.38%.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-35.8%.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27.6%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2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