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F3A5B"/>
                </a:solidFill>
                <a:latin typeface="Calibri"/>
              </a:rPr>
              <a:t>DeskBrief - Indian Large Cap Watchlist</a:t>
            </a:r>
          </a:p>
          <a:p>
            <a:r>
              <a:rPr sz="1100" b="0">
                <a:solidFill>
                  <a:srgbClr val="6B7280"/>
                </a:solidFill>
                <a:latin typeface="Calibri"/>
              </a:rPr>
              <a:t>8 names  |  generated 19 Oct 2026 18:47  |  source: Yahoo Finance via yfinance, Indian financial RSS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75136" cy="25400"/>
          </a:xfrm>
          <a:prstGeom prst="rect">
            <a:avLst/>
          </a:prstGeom>
          <a:solidFill>
            <a:srgbClr val="1F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63040"/>
          <a:ext cx="7040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777240"/>
                <a:gridCol w="777240"/>
                <a:gridCol w="777240"/>
                <a:gridCol w="868680"/>
                <a:gridCol w="7772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Last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52W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Vol30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BHARTIARTL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1,905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+2.75%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+5.53%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+3.76%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-10.8%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39.2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HDFCBANK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729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+3.05%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+2.22%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-26.6%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ICICIBANK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1,397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+0.55%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+3.10%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+3.67%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-4.3%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17.9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INFY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1,161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+4.61%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+13.46%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+9.69%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-29.8%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ITC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264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-0.15%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-0.94%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-1.01%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-34.5%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3,627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-0.13%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-2.06%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-5.45%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-17.1%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30.4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1,211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-0.31%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+3.49%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-2.63%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-23.6%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21.8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TCS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2,465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+4.89%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+14.94%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+13.16%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normalised_pric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70832"/>
            <a:ext cx="7040880" cy="20633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463040"/>
            <a:ext cx="4069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3A5B"/>
                </a:solidFill>
                <a:latin typeface="Calibri"/>
              </a:rPr>
              <a:t>Commentary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2A37"/>
                </a:solidFill>
                <a:latin typeface="Calibri"/>
              </a:rPr>
              <a:t>Breadth was risk-on: 5 of 8 names advanced on the day.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Best performer on the day: TCS.NS at +4.89%.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Weakest on the day: RELIANCE.NS at -0.31%.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Median one-day move across the watchlist: +0.41%.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ITC.NS sits furthest below its 52-week high, at -34.5%.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1 name(s) within 5% of the 52-week high: ICICIBANK.NS.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F3A5B"/>
                </a:solidFill>
                <a:latin typeface="Calibri"/>
              </a:rPr>
              <a:t>Watch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Highest 30-day realised volatility: INFY.NS at 34.9% annualised.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60 headlines collected, 4 tagged to a watchlist name by substring match (unverified).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Commentary model was unavailable, so no qualitative read is included.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>Commentary source: deterministic-fallback (model returned unusable output twice).  Headline ticker tags are substring matches, not verified entity links. 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