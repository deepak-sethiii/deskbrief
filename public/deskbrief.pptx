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30 Sep 2026 18:03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1,757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-6.40%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36.7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1,322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-8.09%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994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-14.01%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-2.74%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1,187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-4.89%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-9.32%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2,051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-13.44%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1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mixed: 4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ICICIBANK.NS at +2.28%.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-2.10%.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-0.26%.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-39.9%.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26.9%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4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