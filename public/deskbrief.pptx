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29 Oct 2026 18:35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1,948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-1.55%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+2.98%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+9.98%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-8.8%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41.2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685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+0.75%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-3.06%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14.9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1,378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-0.67%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-0.53%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+5.81%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-5.6%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-3.43%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-3.84%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+11.96%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-32.1%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-0.19%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-0.95%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-2.15%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-35.4%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16.7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3,801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+3.72%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+4.55%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+0.93%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-13.1%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1,158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-3.19%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-4.22%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-3.31%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-26.9%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21.1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2,460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-1.48%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-2.73%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+19.43%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-22.8%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risk-off: 2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LT.NS at +3.72%.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INFY.NS at -3.43%.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-1.07%.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ITC.NS sits furthest below its 52-week high, at -35.4%.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TCS.NS at 34.5%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2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