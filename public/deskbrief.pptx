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20 Aug 2026 13:26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1,412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+6.91%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8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+1.72%.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+0.17%.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+0.81%.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34.6%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