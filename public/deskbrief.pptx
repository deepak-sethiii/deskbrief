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11 Aug 2026 13:51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1,915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-1.43%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-2.79%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40.1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-10.87%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-26.6%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-1.72%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-2.1%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18.5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1,191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+7.99%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279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-1.29%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-30.6%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4,037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-1.04%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+2.77%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-7.7%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33.5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1,324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+2.56%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+2.08%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-16.5%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+12.73%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-23.7%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Indian large caps experienced a mixed day with INFY.NS and TCS.NS showing positive returns, while most other stocks declined.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and TCS.NS were among the top performers, with returns of +0.65% and +0.82% respectively.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HDFCBANK.NS and ICICIBANK.NS showed relatively stable performance, with declines of -0.27% and -0.15% respectively.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The S&amp;P 500 and Nasdaq opened higher, potentially influencing Indian market sentiment.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Several Indian companies reported significant increases in net profit, including Manappuram Finance and Motor &amp; General Finance.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performance of HDFCBANK.NS and ICICIBANK.NS, given their relatively stable returns today.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impact of the new US-Iran peace proposal on the Indian market.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The upcoming IPO of Sunshine Pictures, with a price band set at ₹342-360.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groq:llama-3.3-70b-versatile.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