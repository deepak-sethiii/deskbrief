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25 Sep 2026 17:24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1,785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-5.70%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-4.95%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1,327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-8.05%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-9.96%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+2.55%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+0.00%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1,226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-4.38%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-22.6%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mixed: 4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HDFCBANK.NS at +0.92%.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-1.41%.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+0.07%.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-39.5%.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27.2%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1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