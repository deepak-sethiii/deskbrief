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01 Oct 2026 18:30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1,757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994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-14.01%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1,187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1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+2.28%.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-2.10%.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-39.9%.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26.9%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7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