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17 Sep 2026 17:10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1,836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-4.47%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1,348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+2.66%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-33.8%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1,244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-21.5%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5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ITC.NS at +0.78%.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HDFCBANK.NS at -1.18%.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+0.05%.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-36.0%.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27.6%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