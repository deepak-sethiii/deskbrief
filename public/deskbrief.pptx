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08 Oct 2026 18:56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-6.73%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2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BHARTIARTL.NS at +1.29%.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-2.16%.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-0.89%.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-40.0%.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29.2%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7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