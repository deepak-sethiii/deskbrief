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21 Sep 2026 18:15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1,830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-3.33%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-0.05%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-5.95%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-14.3%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38.2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+4.41%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1,345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-2.49%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-5.28%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+1.79%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+2.75%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-33.6%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3,905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+0.51%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1,247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+1.71%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-21.3%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2,129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risk-on: 6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ITC.NS at +1.79%.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BHARTIARTL.NS at -3.33%.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+0.82%.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-37.2%.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27.4%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1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