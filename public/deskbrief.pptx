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09 Oct 2026 18:27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1,805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+0.03%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+3.68%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-1.84%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-15.5%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37.7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707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-1.93%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+1.94%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-28.8%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1,355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+0.44%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+3.39%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-2.13%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-7.2%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1,023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+2.65%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-1.12%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-38.1%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13.9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266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+4.31%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+3.95%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+2.58%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-33.8%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3,703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-6.36%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-15.4%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30.7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1,170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-0.65%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+0.22%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-8.14%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-26.2%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21.2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2,156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+3.85%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+3.90%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Breadth was risk-on: 7 of 8 names advanced on the day.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Best performer on the day: ITC.NS at +4.31%.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Weakest on the day: RELIANCE.NS at -0.65%.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Median one-day move across the watchlist: +2.16%.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INFY.NS sits furthest below its 52-week high, at -38.1%.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Highest 30-day realised volatility: ITC.NS at 32.7% annualised.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60 headlines collected, 8 tagged to a watchlist name by substring match (unverified).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Commentary model was unavailable, so no qualitative read is included.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deterministic-fallback (model returned unusable output twice).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