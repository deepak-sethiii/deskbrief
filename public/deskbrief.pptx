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02 Sep 2026 16:44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1,863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-5.45%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-12.8%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1,426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-7.85%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1,313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2,348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2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RELIANCE.NS at +0.31%.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HDFCBANK.NS at -1.56%.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-0.78%.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-33.8%.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33.3%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2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