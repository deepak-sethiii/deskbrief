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26 Oct 2026 18:45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1,892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1,394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+4.04%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+13.06%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1,190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-24.9%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+21.72%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mixed: 4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TCS.NS at +0.92%.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-0.39%.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-0.06%.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-35.8%.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