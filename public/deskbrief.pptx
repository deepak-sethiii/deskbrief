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F3A5B"/>
                </a:solidFill>
                <a:latin typeface="Calibri"/>
              </a:rPr>
              <a:t>DeskBrief - Indian Large Cap Watchlist</a:t>
            </a:r>
          </a:p>
          <a:p>
            <a:r>
              <a:rPr sz="1100" b="0">
                <a:solidFill>
                  <a:srgbClr val="6B7280"/>
                </a:solidFill>
                <a:latin typeface="Calibri"/>
              </a:rPr>
              <a:t>8 names  |  generated 27 Oct 2026 18:08  |  source: Yahoo Finance via yfinance, Indian financial RSS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75136" cy="25400"/>
          </a:xfrm>
          <a:prstGeom prst="rect">
            <a:avLst/>
          </a:prstGeom>
          <a:solidFill>
            <a:srgbClr val="1F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7040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777240"/>
                <a:gridCol w="777240"/>
                <a:gridCol w="777240"/>
                <a:gridCol w="868680"/>
                <a:gridCol w="77724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Last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21D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vs 52W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Vol30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>
                    <a:solidFill>
                      <a:srgbClr val="1F3A5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BHARTIARTL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1,979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+3.20%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+5.52%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+10.83%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-7.4%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40.8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HDFCBANK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-1.14%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-4.47%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-7.53%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ICICIBANK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1,387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-1.15%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+0.43%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+4.53%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-5.0%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INFY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+16.28%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ITC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-0.19%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-0.31%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-3.35%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-35.3%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-5.45%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30.4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RELIANCE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1,196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-0.47%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-0.48%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-2.43%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-24.5%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21.7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7"/>
                          </a:solidFill>
                          <a:latin typeface="Calibri"/>
                        </a:rPr>
                        <a:t>TCS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2,497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-1.50%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+1.46%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B7A3B"/>
                          </a:solidFill>
                          <a:latin typeface="Calibri"/>
                        </a:rPr>
                        <a:t>+20.57%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-21.7%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A37"/>
                          </a:solidFill>
                          <a:latin typeface="Calibri"/>
                        </a:rPr>
                        <a:t>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normalised_price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370832"/>
            <a:ext cx="7040880" cy="2063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463040"/>
            <a:ext cx="40690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3A5B"/>
                </a:solidFill>
                <a:latin typeface="Calibri"/>
              </a:rPr>
              <a:t>Commentary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F2A37"/>
                </a:solidFill>
                <a:latin typeface="Calibri"/>
              </a:rPr>
              <a:t>Breadth was risk-off: 1 of 8 names advanced on the day.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1F2A37"/>
                </a:solidFill>
                <a:latin typeface="Calibri"/>
              </a:rPr>
              <a:t>•  Best performer on the day: BHARTIARTL.NS at +3.20%.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1F2A37"/>
                </a:solidFill>
                <a:latin typeface="Calibri"/>
              </a:rPr>
              <a:t>•  Weakest on the day: TCS.NS at -1.50%.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1F2A37"/>
                </a:solidFill>
                <a:latin typeface="Calibri"/>
              </a:rPr>
              <a:t>•  Median one-day move across the watchlist: -0.44%.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1F2A37"/>
                </a:solidFill>
                <a:latin typeface="Calibri"/>
              </a:rPr>
              <a:t>•  ITC.NS sits furthest below its 52-week high, at -35.3%.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F3A5B"/>
                </a:solidFill>
                <a:latin typeface="Calibri"/>
              </a:rPr>
              <a:t>Watch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6B7280"/>
                </a:solidFill>
                <a:latin typeface="Calibri"/>
              </a:rPr>
              <a:t>•  Highest 30-day realised volatility: TCS.NS at 34.3% annualised.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6B7280"/>
                </a:solidFill>
                <a:latin typeface="Calibri"/>
              </a:rPr>
              <a:t>•  60 headlines collected, 4 tagged to a watchlist name by substring match (unverified).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6B7280"/>
                </a:solidFill>
                <a:latin typeface="Calibri"/>
              </a:rPr>
              <a:t>•  Commentary model was unavailable, so no qualitative read is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>Commentary source: deterministic-fallback (model returned unusable output twice).  Headline ticker tags are substring matches, not verified entity links. 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