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04 Sep 2026 16:30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1,840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+1.50%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RELIANCE.NS at +1.50%.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BHARTIARTL.NS at -1.55%.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-0.15%.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33.3%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