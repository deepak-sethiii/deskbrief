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20 Oct 2026 17:24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1,875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+5.43%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-0.96%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-12.2%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39.2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1,381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+3.06%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+3.14%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-2.63%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+10.85%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-35.1%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1,202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+3.72%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-1.99%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21.8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+16.42%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+17.53%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risk-off: 1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LT.NS at +0.96%.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-2.63%.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-1.08%.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ITC.NS sits furthest below its 52-week high, at -35.1%.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TCS.NS at 33.9%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2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