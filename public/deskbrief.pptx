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14 Aug 2026 13:51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1,992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+2.73%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+1.64%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+4.96%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-6.7%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41.6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-10.06%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1,417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+0.73%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-0.28%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+0.76%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+8.02%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-29.3%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-2.76%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-30.8%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4,057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+7.45%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-7.3%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1,310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-1.86%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+1.03%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-17.3%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23.9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+7.27%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The market tone remains mixed with Bharti Airtel rising 2.73% and HDFC Bank up 0.28%, while Infy and TCS declined 0.49% and 0.59% respectively.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Bharti Airtel's stock price rose 2.73% today, outperforming the broader market.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HDFC Bank's stock price increased by 0.28% despite a decline of 10.06% in the past 21 days.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The technology sector saw mixed results, with Infy declining 0.49% and TCS down 0.59%.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The P/E ratio of Bharti Airtel stands at 41.6, significantly higher than its peers in the financial services sector.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The performance of HDFC Bank and ICICIBANK in the next session, given their recent decline.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The movement of Infy and TCS stocks, considering their significant volume and price changes.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The impact of the Svatantra Microfin public offer on the market, given its size of ₹3,000 crore.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groq:llama-3.3-70b-versatile.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