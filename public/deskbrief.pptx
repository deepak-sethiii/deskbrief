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09 Aug 2026 20:44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1,960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41.0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-10.59%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1,421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-2.50%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+3.79%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+11.83%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+1.81%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1,335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-15.8%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2,453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+20.33%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The market tone remains cautious ahead of Q1 results and geopolitical tensions in West Asia.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TCS.NS saw a significant 3.36% gain in today's trading session.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HDFCBANK.NS participated in the anchor round of Molbio Diagnostics' IPO, investing in the Rs 281 crore round.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Foreign investors continued their buying spree, pouring Rs 12,921 cr into the market in the first week of August.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The market capitalization of four of the top-10 most valued firms, including RELIANCE.NS, jumped Rs 1.43 lakh cr.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Q1 results from companies like Tata Motors and Vodafone Idea, which are among 2,045 companies set to announce earnings this week.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Geopolitical developments in West Asia and their potential impact on crude oil prices.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performance of IPOs launching next week, with over ₹7,400 crore expected to be raised.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groq:llama-3.3-70b-versatile.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