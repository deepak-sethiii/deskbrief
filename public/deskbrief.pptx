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15 Oct 2026 17:14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1,854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1,389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+3.80%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-4.8%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+11.33%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-0.09%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+3.44%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+13.80%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7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ICICIBANK.NS at +3.80%.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LT.NS at -0.27%.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+2.15%.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-34.4%.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1 name(s) within 5% of the 52-week high: ICICIBANK.NS.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32.2%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10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