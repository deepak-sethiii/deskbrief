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22 Oct 2026 17:26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1,895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+0.17%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+5.59%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+4.28%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-11.3%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39.6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694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-1.82%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-2.34%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-6.03%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-30.1%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1,398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+0.97%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+4.47%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+4.40%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-4.2%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18.1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+6.01%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+12.04%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259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-1.18%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-0.99%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-2.60%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-35.6%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3,638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+0.06%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1,184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-2.03%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+0.84%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-4.51%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-25.3%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21.5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2,507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+8.76%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+19.73%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-21.3%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risk-off: 3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ICICIBANK.NS at +0.97%.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RELIANCE.NS at -2.03%.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-1.03%.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ITC.NS sits furthest below its 52-week high, at -35.6%.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1 name(s) within 5% of the 52-week high: ICICIBANK.NS.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TCS.NS at 33.9%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4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