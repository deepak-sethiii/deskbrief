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18 Aug 2026 13:22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1,934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1,412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1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RELIANCE.NS at +0.46%.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-2.18%.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-0.97%.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35.3%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5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