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10 Sep 2026 16:34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1,839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+1.34%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-1.61%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-5.45%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694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+0.98%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-4.83%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1,384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-0.33%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-3.30%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-8.30%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-11.87%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-6.10%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-35.5%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3,955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+0.83%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-9.6%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1,274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-0.39%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-4.14%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-19.6%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2,204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mixed: 4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BHARTIARTL.NS at +1.34%.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ITC.NS at -0.58%.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-0.02%.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-37.3%.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30.2%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3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