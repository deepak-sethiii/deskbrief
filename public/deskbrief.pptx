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21 Oct 2026 17:28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1,892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1,385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+1.82%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+9.97%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+12.47%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1,209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+12.04%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+19.44%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6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+3.30%.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HDFCBANK.NS at -0.71%.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+0.52%.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-34.8%.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35.0%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7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