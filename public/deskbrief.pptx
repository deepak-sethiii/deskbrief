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10 Aug 2026 13:52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+2.45%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+10.77%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+17.88%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Indian large caps experienced mixed returns, with INFY.NS and TCS.NS showing strong 21-day returns of 10.77% and 17.88%, respectively.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HDFCBANK.NS and ICICIBANK.NS have underperformed in the 21-day period, with returns of -11.39% and 3.05%, respectively.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P/E ratio of LT.NS stands at 33.9, significantly higher than the other large caps.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RELIANCE.NS has seen a relatively stable 21-day return of 1.49%, despite being down 16.26% from its 52-week high.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BHARTIARTL.NS has entered a strategic collaboration with ITI to accelerate India's digital transformation.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performance of INFY.NS and TCS.NS in the technology sector, given their strong 21-day returns.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impact of the Sebi proposal to raise the annual ISIN limit for private debt securities on the market.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reaction of Zee Entertainment's stock to its Q1 results, which showed a 48% YoY decline in PAT.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groq:llama-3.3-70b-versatile.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