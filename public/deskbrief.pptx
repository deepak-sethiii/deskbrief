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01 Sep 2026 16:48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1,877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-3.59%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-4.73%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1,309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+4.34%.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LT.NS at -1.60%.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+1.18%.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