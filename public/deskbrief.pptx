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07 Sep 2026 17:48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1,854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+2.32%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-13.2%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1,428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+3.13%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-7.90%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1,310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+2.55%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3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LT.NS at +0.88%.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-3.76%.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-0.23%.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-34.5%.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33.2%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6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