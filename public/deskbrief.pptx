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13 Aug 2026 13:54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1,939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-0.30%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-0.46%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+2.36%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-9.2%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40.5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-0.55%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-11.09%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-27.0%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1,407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-1.74%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-3.48%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+0.17%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-3.6%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18.2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-0.09%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+0.86%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+9.17%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-29.0%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278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+0.85%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-2.59%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+0.67%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-30.7%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4,071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+7.58%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-7.0%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33.8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1,317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-0.90%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-0.60%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+1.66%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-16.9%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23.8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2,375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+1.08%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+0.08%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+8.49%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-25.9%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Indian large caps show mixed performance with LT.NS and TCS.NS gaining over 1% while HDFCBANK.NS and ICICIBANK.NS decline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BHARTIARTL.NS is trading at a P/E of 40.5, the highest among the listed companies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HDFCBANK.NS has declined 11.09% in the last 21 days, the largest decline among the listed companies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INFY.NS and TCS.NS have gained 9.17% and 8.49% respectively in the last 21 days, driven by the technology sector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RELIANCE.NS has declined 0.90% today, despite India's crude oil demand expected to surge 7% in 2027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Tata Motors' 80% decline in Q1 PAT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The performance of smallcap and midcap funds, with nearly one in three MF equity folios now invested in these funds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The impact of falling oil prices on the Indian market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groq:llama-3.3-70b-versatile.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