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28 Sep 2026 19:46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1,785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-0.58%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-5.70%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-4.95%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-16.4%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37.0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+0.92%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+0.63%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-25.9%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1,327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-0.58%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-0.90%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-8.05%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-9.1%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-1.41%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-4.87%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-9.96%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12.9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+0.37%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+2.55%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+0.00%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-33.1%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3,876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1,226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+0.56%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-0.03%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-4.38%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-22.6%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21.7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2,082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-7.40%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mixed: 4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HDFCBANK.NS at +0.92%.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INFY.NS at -1.41%.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+0.07%.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INFY.NS sits furthest below its 52-week high, at -39.5%.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INFY.NS at 27.2%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3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