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13385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F3A5B"/>
                </a:solidFill>
                <a:latin typeface="Calibri"/>
              </a:rPr>
              <a:t>DeskBrief - Indian Large Cap Watchlist</a:t>
            </a:r>
          </a:p>
          <a:p>
            <a:r>
              <a:rPr sz="1100" b="0">
                <a:solidFill>
                  <a:srgbClr val="6B7280"/>
                </a:solidFill>
                <a:latin typeface="Calibri"/>
              </a:rPr>
              <a:t>8 names  |  generated 23 Oct 2026 17:20  |  source: Yahoo Finance via yfinance, Indian financial RSS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75136" cy="25400"/>
          </a:xfrm>
          <a:prstGeom prst="rect">
            <a:avLst/>
          </a:prstGeom>
          <a:solidFill>
            <a:srgbClr val="1F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463040"/>
          <a:ext cx="704088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914400"/>
                <a:gridCol w="777240"/>
                <a:gridCol w="777240"/>
                <a:gridCol w="777240"/>
                <a:gridCol w="868680"/>
                <a:gridCol w="777240"/>
                <a:gridCol w="7315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Ticker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Last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5D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vs 52W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Vol30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P/E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BHARTIARTL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1,892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-0.15%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+2.06%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+3.21%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-11.4%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39.5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HDFCBANK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693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-0.18%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-4.68%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-6.03%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-30.2%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ICICIBANK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1,394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-0.31%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+0.35%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+4.04%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-4.5%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18.0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INFY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1,154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+0.04%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+3.95%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+13.06%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-30.2%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ITC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258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-0.39%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-2.27%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-4.53%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-35.8%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16.3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3,647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+0.24%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+0.41%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-7.20%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-16.6%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30.3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RELIANCE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1,190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+0.46%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-2.06%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-4.65%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-24.9%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21.6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TCS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2,530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+0.92%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+7.66%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+21.72%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-20.6%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17.7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normalised_price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370832"/>
            <a:ext cx="7040880" cy="20633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26679" y="1463040"/>
            <a:ext cx="4069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F3A5B"/>
                </a:solidFill>
                <a:latin typeface="Calibri"/>
              </a:rPr>
              <a:t>Commentary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1F2A37"/>
                </a:solidFill>
                <a:latin typeface="Calibri"/>
              </a:rPr>
              <a:t>Breadth was mixed: 4 of 8 names advanced on the day.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Best performer on the day: TCS.NS at +0.92%.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Weakest on the day: ITC.NS at -0.39%.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Median one-day move across the watchlist: -0.06%.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ITC.NS sits furthest below its 52-week high, at -35.8%.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1 name(s) within 5% of the 52-week high: ICICIBANK.NS.</a:t>
            </a:r>
          </a:p>
          <a:p>
            <a:pPr>
              <a:spcBef>
                <a:spcPts val="1000"/>
              </a:spcBef>
            </a:pPr>
            <a:r>
              <a:rPr sz="1100" b="1">
                <a:solidFill>
                  <a:srgbClr val="1F3A5B"/>
                </a:solidFill>
                <a:latin typeface="Calibri"/>
              </a:rPr>
              <a:t>Watch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Highest 30-day realised volatility: TCS.NS at 33.9% annualised.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60 headlines collected, 5 tagged to a watchlist name by substring match (unverified).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Commentary model was unavailable, so no qualitative read is included.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280"/>
                </a:solidFill>
                <a:latin typeface="Calibri"/>
              </a:rPr>
              <a:t>Commentary source: deterministic-fallback (model returned unusable output twice).  Headline ticker tags are substring matches, not verified entity links.  Not investment advice.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