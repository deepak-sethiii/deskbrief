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14 Oct 2026 17:25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1,339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+9.68%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1,175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-4.91%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+11.39%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1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mixed: 4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+2.44%.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ICICIBANK.NS at -1.59%.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-0.14%.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-34.9%.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31.7%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7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