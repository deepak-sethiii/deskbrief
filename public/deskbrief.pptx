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09 Aug 2026 15:50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1,960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41.0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-10.59%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1,421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+3.79%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+11.83%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+1.81%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1,335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2,453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+20.33%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5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TCS.NS at +3.36%.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ICICIBANK.NS at -2.50%.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+0.34%.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-29.0%.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36.5%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(no GROQ_API_KEY).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