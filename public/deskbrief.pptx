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27 Aug 2026 22:27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1,902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-10.9%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39.2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+2.00%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-5.06%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+5.38%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1,298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+2.39%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-18.1%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1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ICICIBANK.NS at +0.51%.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BHARTIARTL.NS at -2.31%.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-1.29%.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-32.8%.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31.6%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6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