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18 Sep 2026 16:36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1,339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-2.93%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BHARTIARTL.NS at +3.12%.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TCS.NS at -3.88%.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-0.66%.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-36.4%.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