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02 Oct 2026 17:57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1,741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-3.05%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-6.53%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-18.5%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36.4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+1.76%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-27.4%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1,311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-1.79%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-8.12%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-10.2%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-9.21%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-37.4%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-2.61%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-4.51%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-3.91%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-36.3%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3,693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-1.77%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-15.6%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1,168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-1.63%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-4.22%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-11.07%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21.1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-11.63%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18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3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INFY.NS at +4.11%.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ITC.NS at -2.61%.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-0.87%.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-37.4%.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INFY.NS at 29.6%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2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