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16 Sep 2026 17:11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1,835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+1.12%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-5.13%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1,359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-3.77%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-6.9%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+2.38%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3,808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1,240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-21.8%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5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ITC.NS at +2.38%.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TCS.NS at -2.76%.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+0.32%.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-35.9%.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27.6%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3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