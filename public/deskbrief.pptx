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31 Aug 2026 19:11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1,882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1,287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6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+4.16%.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ICICIBANK.NS at -1.40%.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+0.42%.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-33.8%.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32.7%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