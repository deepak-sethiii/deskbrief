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28 Oct 2026 18:25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1,948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+9.98%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685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1,378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+5.81%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-5.6%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+11.96%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1,158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+19.43%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2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LT.NS at +3.72%.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-3.43%.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-1.07%.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-35.4%.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34.5%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6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