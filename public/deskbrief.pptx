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12 Aug 2026 13:55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+3.83%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The market tone remains mixed with some stocks like BHARTIARTL.NS and RELIANCE.NS showing gains, while others like TCS.NS and INFY.NS are in the red.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S&amp;P 500 and Nasdaq have opened higher after inflation data and earnings boost, which could have a positive impact on the Indian market.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Bank credit growth has spiked to 19% on year, indicating a strong demand for credit in the economy.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Indian rupee remains under pressure due to elevated oil prices and uncertainty surrounding Hormuz re-opening.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IPOs like Milky Mist Dairy Food and Molbio Diagnostics have seen strong subscription, with the latter being subscribed 70.26 times.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performance of HDFCBANK.NS and ICICIBANK.NS, which are among the major financial sector stocks.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movement of the Indian rupee against the US dollar, given the elevated oil prices and global uncertainty.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upcoming earnings reports of major Indian companies, which could impact the market sentiment.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groq:llama-3.3-70b-versatile.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