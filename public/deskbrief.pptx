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08 Sep 2026 16:46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-1.77%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-5.10%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1,399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-2.68%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-4.2%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+0.00%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-6.78%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3,946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-2.44%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-18.3%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0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ITC.NS at +0.00%.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ICICIBANK.NS at -1.97%.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-0.85%.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-34.6%.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30.5%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4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