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13385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F3A5B"/>
                </a:solidFill>
                <a:latin typeface="Calibri"/>
              </a:rPr>
              <a:t>DeskBrief - Indian Large Cap Watchlist</a:t>
            </a:r>
          </a:p>
          <a:p>
            <a:r>
              <a:rPr sz="1100" b="0">
                <a:solidFill>
                  <a:srgbClr val="6B7280"/>
                </a:solidFill>
                <a:latin typeface="Calibri"/>
              </a:rPr>
              <a:t>8 names  |  generated 21 Aug 2026 13:25  |  source: Yahoo Finance via yfinance, Indian financial RSS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75136" cy="25400"/>
          </a:xfrm>
          <a:prstGeom prst="rect">
            <a:avLst/>
          </a:prstGeom>
          <a:solidFill>
            <a:srgbClr val="1F3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463040"/>
          <a:ext cx="704088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914400"/>
                <a:gridCol w="777240"/>
                <a:gridCol w="777240"/>
                <a:gridCol w="777240"/>
                <a:gridCol w="868680"/>
                <a:gridCol w="777240"/>
                <a:gridCol w="7315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Ticker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Last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1D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5D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21D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vs 52W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Vol30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P/E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BHARTIARTL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1,946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+0.22%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-2.31%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+2.05%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-8.9%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18%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40.7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HDFCBANK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727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+0.26%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-0.01%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-2.72%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-26.8%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15.9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ICICIBANK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1,420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+0.57%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+0.21%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-0.18%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-2.7%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18.4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INFY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1,121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-0.80%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-4.12%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+7.03%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-32.2%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14.3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ITC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269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-0.83%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-3.16%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-4.23%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-33.0%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17.0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4,093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+0.29%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+0.89%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+7.93%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-6.5%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34.0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RELIANCE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1,316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+0.21%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+0.46%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+3.44%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-17.0%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18%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23.9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TCS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2,302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+0.17%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-2.50%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+2.63%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-28.2%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16.7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normalised_prices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370832"/>
            <a:ext cx="7040880" cy="20633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26679" y="1463040"/>
            <a:ext cx="406908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F3A5B"/>
                </a:solidFill>
                <a:latin typeface="Calibri"/>
              </a:rPr>
              <a:t>Commentary</a:t>
            </a:r>
          </a:p>
          <a:p>
            <a:pPr>
              <a:spcBef>
                <a:spcPts val="400"/>
              </a:spcBef>
            </a:pPr>
            <a:r>
              <a:rPr sz="1000" b="1">
                <a:solidFill>
                  <a:srgbClr val="1F2A37"/>
                </a:solidFill>
                <a:latin typeface="Calibri"/>
              </a:rPr>
              <a:t>Breadth was risk-on: 6 of 8 names advanced on the day.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Best performer on the day: ICICIBANK.NS at +0.57%.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Weakest on the day: ITC.NS at -0.83%.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Median one-day move across the watchlist: +0.22%.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ITC.NS sits furthest below its 52-week high, at -33.0%.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1 name(s) within 5% of the 52-week high: ICICIBANK.NS.</a:t>
            </a:r>
          </a:p>
          <a:p>
            <a:pPr>
              <a:spcBef>
                <a:spcPts val="1000"/>
              </a:spcBef>
            </a:pPr>
            <a:r>
              <a:rPr sz="1100" b="1">
                <a:solidFill>
                  <a:srgbClr val="1F3A5B"/>
                </a:solidFill>
                <a:latin typeface="Calibri"/>
              </a:rPr>
              <a:t>Watch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Highest 30-day realised volatility: TCS.NS at 34.6% annualised.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60 headlines collected, 4 tagged to a watchlist name by substring match (unverified).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Commentary model was unavailable, so no qualitative read is included.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280"/>
                </a:solidFill>
                <a:latin typeface="Calibri"/>
              </a:rPr>
              <a:t>Commentary source: deterministic-fallback (model returned unusable output twice).  Headline ticker tags are substring matches, not verified entity links.  Not investment advice.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