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16 Oct 2026 16:50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1,905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+2.75%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+5.53%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+3.76%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-10.8%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39.8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+3.05%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1,397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+0.55%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+3.10%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+3.67%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-4.3%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+4.61%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+13.46%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+9.69%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-1.01%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3,627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1,211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-0.31%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+3.49%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-2.63%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-23.6%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2,465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+14.94%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+13.16%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risk-on: 5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TCS.NS at +4.89%.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RELIANCE.NS at -0.31%.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+0.41%.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-34.5%.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INFY.NS at 34.9%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7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