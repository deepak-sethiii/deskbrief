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19 Aug 2026 13:24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1,922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-10.0%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40.2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1,402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-3.37%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-4.0%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-4.96%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+5.06%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1,311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-1.35%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2,289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2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INFY.NS at +0.43%.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ITC.NS at -1.09%.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-0.60%.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-33.6%.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34.7%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5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