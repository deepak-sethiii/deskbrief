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13 Oct 2026 19:25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1,779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-2.86%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37.2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1,340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-2.85%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-4.09%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1,159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-7.84%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1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0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INFY.NS at -0.33%.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-3.05%.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-1.27%.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-38.3%.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ITC.NS at 31.8%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