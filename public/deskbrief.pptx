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30 Oct 2026 18:07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1,974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+4.31%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+12.33%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41.3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693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+0.00%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1,398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+0.82%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+5.77%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-4.2%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+19.20%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+2.99%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+1.08%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-33.7%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3,872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+6.16%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+2.97%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1,165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-2.11%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-1.86%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2,503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+0.99%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-1.08%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+22.69%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risk-on: 7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INFY.NS at +3.36%.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RELIANCE.NS at -0.21%.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+0.86%.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-33.7%.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INFY.NS at 33.9%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5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