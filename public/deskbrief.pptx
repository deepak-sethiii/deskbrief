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17 Aug 2026 13:14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1,969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+4.47%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41.2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-11.05%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1,316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LT.NS at +0.73%.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-2.51%.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-0.63%.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-32.1%.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35.2%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