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13385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F3A5B"/>
                </a:solidFill>
                <a:latin typeface="Calibri"/>
              </a:rPr>
              <a:t>DeskBrief - Indian Large Cap Watchlist</a:t>
            </a:r>
          </a:p>
          <a:p>
            <a:r>
              <a:rPr sz="1100" b="0">
                <a:solidFill>
                  <a:srgbClr val="6B7280"/>
                </a:solidFill>
                <a:latin typeface="Calibri"/>
              </a:rPr>
              <a:t>8 names  |  generated 06 Oct 2026 18:31  |  source: Yahoo Finance via yfinance, Indian financial RSS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75136" cy="25400"/>
          </a:xfrm>
          <a:prstGeom prst="rect">
            <a:avLst/>
          </a:prstGeom>
          <a:solidFill>
            <a:srgbClr val="1F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463040"/>
          <a:ext cx="704088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914400"/>
                <a:gridCol w="777240"/>
                <a:gridCol w="777240"/>
                <a:gridCol w="777240"/>
                <a:gridCol w="868680"/>
                <a:gridCol w="777240"/>
                <a:gridCol w="7315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Ticker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Last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5D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vs 52W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Vol30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P/E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BHARTIARTL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1,780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+2.23%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+0.48%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-3.27%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-16.7%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37.8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HDFCBANK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705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-2.27%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-1.98%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-1.03%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-29.0%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ICICIBANK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1,332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+1.63%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+2.30%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-6.41%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-8.8%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17.4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INFY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1,020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-1.40%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+1.72%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-9.69%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-38.3%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13.8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ITC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269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+5.08%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+1.40%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+1.82%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-33.1%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16.8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3,750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+1.53%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-0.44%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-5.40%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-14.3%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31.3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RELIANCE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1,186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+1.60%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-0.94%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-10.26%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-25.1%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22.1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TCS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2,114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+1.90%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+2.11%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-8.23%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normalised_price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370832"/>
            <a:ext cx="7040880" cy="20633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26679" y="1463040"/>
            <a:ext cx="4069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3A5B"/>
                </a:solidFill>
                <a:latin typeface="Calibri"/>
              </a:rPr>
              <a:t>Commentary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1F2A37"/>
                </a:solidFill>
                <a:latin typeface="Calibri"/>
              </a:rPr>
              <a:t>Breadth was risk-on: 6 of 8 names advanced on the day.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Best performer on the day: ITC.NS at +5.08%.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Weakest on the day: HDFCBANK.NS at -2.27%.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Median one-day move across the watchlist: +1.62%.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INFY.NS sits furthest below its 52-week high, at -38.3%.</a:t>
            </a:r>
          </a:p>
          <a:p>
            <a:pPr>
              <a:spcBef>
                <a:spcPts val="1000"/>
              </a:spcBef>
            </a:pPr>
            <a:r>
              <a:rPr sz="1100" b="1">
                <a:solidFill>
                  <a:srgbClr val="1F3A5B"/>
                </a:solidFill>
                <a:latin typeface="Calibri"/>
              </a:rPr>
              <a:t>Watch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Highest 30-day realised volatility: INFY.NS at 29.5% annualised.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60 headlines collected, 3 tagged to a watchlist name by substring match (unverified).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Commentary model was unavailable, so no qualitative read is included.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280"/>
                </a:solidFill>
                <a:latin typeface="Calibri"/>
              </a:rPr>
              <a:t>Commentary source: deterministic-fallback (model returned unusable output twice).  Headline ticker tags are substring matches, not verified entity links.  Not investment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