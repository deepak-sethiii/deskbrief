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03 Sep 2026 16:35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1,869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+0.33%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-0.50%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-5.51%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39.3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+0.83%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-0.61%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-3.86%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-28.8%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-0.90%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-1.39%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18.5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+1.76%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-3.72%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-1.24%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-8.35%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-34.6%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3,975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-9.2%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1,302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+1.58%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+1.76%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-17.8%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23.6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-1.19%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+3.19%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risk-off: 3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HDFCBANK.NS at +0.83%.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ITC.NS at -1.24%.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-0.48%.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ITC.NS sits furthest below its 52-week high, at -34.6%.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1 name(s) within 5% of the 52-week high: ICICIBANK.NS.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TCS.NS at 33.3%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2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