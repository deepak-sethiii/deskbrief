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12 Oct 2026 21:20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1,805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+3.68%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-15.5%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1,355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+3.39%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+3.95%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+2.58%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3,703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1,170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-8.14%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7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ITC.NS at +4.31%.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RELIANCE.NS at -0.65%.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+2.16%.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-38.1%.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ITC.NS at 32.7%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5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