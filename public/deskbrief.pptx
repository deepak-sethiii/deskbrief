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22 Sep 2026 17:07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1,817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-0.71%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-0.72%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-6.09%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-14.9%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37.9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+3.08%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+1.32%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-25.6%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1,340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-0.40%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-5.33%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-8.90%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-37.8%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13.2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-0.45%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+3.02%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-1.45%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-33.9%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3,866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-0.98%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+0.41%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-5.47%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1,240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-0.56%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+0.41%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-5.30%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22.5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2,105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-6.49%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-7.84%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-34.3%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risk-off: 0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HDFCBANK.NS at -0.12%.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TCS.NS at -1.11%.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-0.64%.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INFY.NS sits furthest below its 52-week high, at -37.8%.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TCS.NS at 27.2%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2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