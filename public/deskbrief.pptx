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24 Sep 2026 17:24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1,796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1,334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1,219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0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TCS.NS at -0.12%.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-2.31%.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-0.96%.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-38.7%.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27.0%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