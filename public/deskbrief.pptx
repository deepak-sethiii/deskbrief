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29 Sep 2026 18:10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1,771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1,292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-3.54%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-11.13%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-10.44%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1,182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-15.29%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2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+1.22%.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TCS.NS at -1.85%.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-0.25%.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-38.6%.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26.4%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